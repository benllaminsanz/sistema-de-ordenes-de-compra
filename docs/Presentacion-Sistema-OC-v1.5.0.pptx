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ÓRDENES DE COMPRA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v1.5.0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histórica BASE GRAL · Estados de OC · Operación del día a día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Contabilidad / Operación  ·  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resolvemos con esta entrega?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6F1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21031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Plantilla única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Excel de Contabilidad (BASE GRAL) es la plantilla oficial de carga de REQ.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D1FAE5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051560"/>
            <a:ext cx="109728" cy="2103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Sin duplicar ni borrar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agregan N° que no existen. Lo ya cargado se respeta.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29000"/>
            <a:ext cx="109728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Cerrar OC en lote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 estados actualiza Cerrada / Distribuida / Parcial / Cancelada.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3429000"/>
            <a:ext cx="109728" cy="2103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794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 lo pendiente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activos y dashboard para no perderse entre cientos de cerradas.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Excel BASE GRAL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orden de trabajo de Contabilidad — una hoja o por tipo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DTN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234440" cy="457200"/>
          </a:xfrm>
          <a:prstGeom prst="rect">
            <a:avLst/>
          </a:prstGeom>
          <a:solidFill>
            <a:srgbClr val="E6F1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310005467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19/02/26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2026P-214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sol.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12/02/26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155-RIETER…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2688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26880" y="1783080"/>
            <a:ext cx="1234440" cy="457200"/>
          </a:xfrm>
          <a:prstGeom prst="rect">
            <a:avLst/>
          </a:prstGeom>
          <a:solidFill>
            <a:srgbClr val="E6F1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07040" y="1371600"/>
            <a:ext cx="12344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10607040" y="1417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607040" y="1783080"/>
            <a:ext cx="1234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Agregada a OC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256032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Sufijos A / B / 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Válidos: un mismo REQ partido en varias OC (ej. 2026S-277A).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38328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576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 · Distribuida · Parcial · Cancelada · En revisión · Aprobado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420624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576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libre (notas); no es el estado del sistema.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166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normal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657600" y="5166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inserta N° nuevos. No actualiza ni borra existentes.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la Orden de Compra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del Excel de Contabilidad → sistema (archivo de sincronización de estados)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10972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371600"/>
            <a:ext cx="27432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566160" y="30175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/ en camino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71600"/>
            <a:ext cx="2743200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46520" y="30175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en_proceso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incompleta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98280" y="13716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98280" y="1371600"/>
            <a:ext cx="2743200" cy="10972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8116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811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326880" y="30175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 / REQ rechazado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811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sincronización de estados no borra datos: actualiza OC existentes por N° (consecutivo).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local: ~1 201 OC pasaron de distribuida → cerrada; 76 Parcial → en_proceso.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ambiente de validación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locales post-carga + sincronización de estados (referencia)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~1 921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BASE GRAL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~1 708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 / N°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~1 382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cerradas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Alineadas al Excel (1)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691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354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activas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distrib. + 76 parcial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día a día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OC “Activas / no concluidas” → solo las ~326 abiertas (no se mezclan las cerradas).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REQ “Activos / no cerrados” → revisión, aprobado, etc. (excluye cerrado).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muestra desglose de activas y áreas reales del Excel.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usabilidad en listados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640080" cy="640080"/>
          </a:xfrm>
          <a:prstGeom prst="ellipse">
            <a:avLst/>
          </a:prstGeom>
          <a:solidFill>
            <a:srgbClr val="E6F1F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OC como en el Excel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DTN → Fecha PO → Requerimiento → No. OC. Anchos pensados para PO de longitud fija (~9 dígitos).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640080" cy="640080"/>
          </a:xfrm>
          <a:prstGeom prst="ellipse">
            <a:avLst/>
          </a:prstGeom>
          <a:solidFill>
            <a:srgbClr val="E6F1F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963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fija abajo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cambiar de página, la barra se mantiene al pie de la pantalla. No hay que subir y bajar cada vez.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640080" cy="640080"/>
          </a:xfrm>
          <a:prstGeom prst="ellipse">
            <a:avLst/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307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pendientes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y OC: un clic para ver solo lo no concluido. Ideal cuando hay “huecos” entre consecutivos y muchas cerradas en medio.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846320"/>
            <a:ext cx="640080" cy="640080"/>
          </a:xfrm>
          <a:prstGeom prst="ellipse">
            <a:avLst/>
          </a:prstGeom>
          <a:solidFill>
            <a:srgbClr val="E6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9651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operativo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activas con desglose, top por área, pendientes de revisión/aprobado, gasto MXN + otras monedas.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en el servidor (día a día)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463040"/>
            <a:ext cx="822960" cy="8229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002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/ armar Excel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BASE GRAL con N°, PO, Estado y Status actualizados.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002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en Requerimientos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“Importar Excel”. Solo entran N° nuevos. Resumen de omitidos.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463040"/>
            <a:ext cx="822960" cy="8229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6002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560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cierres masivos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 estados OC con el archivo que trae Cerrada / Parcial (equipo técnico o script acordado).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1887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1463040"/>
            <a:ext cx="822960" cy="8229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16002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72600" y="2560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con filtros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7260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REQ y Activas en OC. REQ nuevos de la semana por el sistema.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y fuera de alcance de esta entrega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Visto bueno de esta demo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v1.5.0 en servidor del cliente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Backup + carga/sync controlada en prod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 reales de la semana por el sistema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Depurar “en revisión” históricos si aplica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 (acordado)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Layout de alta de productos / catálogo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Ajustes finos de áreas vs departamentos
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adicionales si Contabilidad los pide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Confidencial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validar en demo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BASE GRAL · Cierre de OC · Filtros de pendientes · Dashboard usable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o ajustes antes del deploy al servidor?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  ·  v1.5.0  ·  Julio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Órdenes de Compra v1.5.0</dc:title>
  <dc:subject>PptxGenJS Presentation</dc:subject>
  <dc:creator>Sistema OC</dc:creator>
  <cp:lastModifiedBy>Sistema OC</cp:lastModifiedBy>
  <cp:revision>1</cp:revision>
  <dcterms:created xsi:type="dcterms:W3CDTF">2026-07-24T17:24:27Z</dcterms:created>
  <dcterms:modified xsi:type="dcterms:W3CDTF">2026-07-24T17:24:27Z</dcterms:modified>
</cp:coreProperties>
</file>